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 Original GaussCtrl: Multi-View Editing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495" y="1691640"/>
            <a:ext cx="2468880" cy="19202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1. Render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Training Views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(RGB + Depth)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8376" y="2450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9856" y="1691640"/>
            <a:ext cx="2468880" cy="19202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2. DDIM Inversion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→ noisy latent z₀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per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8736" y="2450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216" y="1691640"/>
            <a:ext cx="2468880" cy="1920240"/>
          </a:xfrm>
          <a:prstGeom prst="roundRect">
            <a:avLst/>
          </a:prstGeom>
          <a:solidFill>
            <a:srgbClr val="FFE6CC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3. Edit in Chunks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ControlNet + Depth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Cross-View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9096" y="2450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1691640"/>
            <a:ext cx="2468880" cy="192024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4. Fine-tune 3DGS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on edited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91672" cy="12801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Cross-View Attention: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Each view attends to tokens from 4 fixed reference views (unedited, DDIM-inverted latents). Sharing attention to the same references enforces multi-view consistency throughout the diffusion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 First Attempt: Editing Reference View Without Cross-View Context</a:t>
            </a:r>
          </a:p>
          <a:p>
            <a:pPr algn="l"/>
            <a:r>
              <a:rPr sz="1300" i="1">
                <a:solidFill>
                  <a:srgbClr val="BFD7ED"/>
                </a:solidFill>
                <a:latin typeface="Calibri"/>
              </a:rPr>
              <a:t>   Branch: Sequential_Reference_Generation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5577840" cy="96012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Idea: edit ref₀ alone (no cross-view attention), DDIM-invert, use as reference latent for remaining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2377440"/>
            <a:ext cx="457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24912"/>
            <a:ext cx="5577840" cy="2286000"/>
          </a:xfrm>
          <a:prstGeom prst="roundRect">
            <a:avLst/>
          </a:prstGeom>
          <a:solidFill>
            <a:srgbClr val="FFD7D7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Problem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Without cross-view attention, ref₀ has no multi-view context.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The model edits in isolation → appearance is inconsistent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with the rest of the scene geometry and viewpoint.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Result: unusable edit quality  (see image →)</a:t>
            </a:r>
          </a:p>
        </p:txBody>
      </p:sp>
      <p:pic>
        <p:nvPicPr>
          <p:cNvPr id="6" name="Picture 5" descr="ref_00_idx0004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30352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63093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  <a:latin typeface="Calibri"/>
              </a:rPr>
              <a:t>ref₀ edited without cross-view attention  (experiment: panda_seq_v3)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   Current Approach: Sequential Reference Editing with Re-inversion</a:t>
            </a:r>
          </a:p>
          <a:p>
            <a:pPr algn="l"/>
            <a:r>
              <a:rPr sz="1300" i="1">
                <a:solidFill>
                  <a:srgbClr val="BFD7ED"/>
                </a:solidFill>
                <a:latin typeface="Calibri"/>
              </a:rPr>
              <a:t>   Branch: Sequential_Reference_z0</a:t>
            </a:r>
          </a:p>
        </p:txBody>
      </p:sp>
      <p:sp>
        <p:nvSpPr>
          <p:cNvPr id="3" name="Oval 2"/>
          <p:cNvSpPr/>
          <p:nvPr/>
        </p:nvSpPr>
        <p:spPr>
          <a:xfrm>
            <a:off x="1271015" y="159105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73935" y="1463040"/>
            <a:ext cx="9144000" cy="658368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Edit ref₀ with cross-view attention to all 4 original (unedited) latents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7336" y="2121408"/>
            <a:ext cx="457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6" name="Oval 5"/>
          <p:cNvSpPr/>
          <p:nvPr/>
        </p:nvSpPr>
        <p:spPr>
          <a:xfrm>
            <a:off x="1271015" y="255117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3935" y="2423160"/>
            <a:ext cx="9144000" cy="658368"/>
          </a:xfrm>
          <a:prstGeom prst="roundRect">
            <a:avLst/>
          </a:prstGeom>
          <a:solidFill>
            <a:srgbClr val="EAF4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DDIM-invert edited ref₀  →  z₀ (edited latent)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7336" y="3081528"/>
            <a:ext cx="457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9" name="Oval 8"/>
          <p:cNvSpPr/>
          <p:nvPr/>
        </p:nvSpPr>
        <p:spPr>
          <a:xfrm>
            <a:off x="1271015" y="351129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3935" y="3383280"/>
            <a:ext cx="9144000" cy="658368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Edit ref₁ attending to the edited ref₀ latent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4041648"/>
            <a:ext cx="457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2" name="Oval 11"/>
          <p:cNvSpPr/>
          <p:nvPr/>
        </p:nvSpPr>
        <p:spPr>
          <a:xfrm>
            <a:off x="1271015" y="4471416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73935" y="4343400"/>
            <a:ext cx="9144000" cy="658368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Continue: each ref_k attends to already-edited ref₀ … ref_{k−1}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5001768"/>
            <a:ext cx="457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1271015" y="5431536"/>
            <a:ext cx="402336" cy="402336"/>
          </a:xfrm>
          <a:prstGeom prst="ellipse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3935" y="5303520"/>
            <a:ext cx="9144000" cy="658368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Edit all target views attending to the 4 edited reference latents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355079"/>
            <a:ext cx="11274552" cy="749808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Key insight:  by propagating edits through reference views before editing target views, each target attends to already-edited (mutually consistent) references — improving cross-view coherence.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